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/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</a:rPr>
              <a:t>§6.3 Ablation Study — Training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55555"/>
                </a:solidFill>
              </a:rPr>
              <a:t>qwen3-14B + LoRA r=32 · 2×H100-80GB · 50 steps · 2026-05-19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55555"/>
                </a:solidFill>
              </a:rPr>
              <a:t>Theory: docs/plan_posterior_reward_walkthrough.md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§0 — Truss Design MDP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40355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74720"/>
            <a:ext cx="6858000" cy="2042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State vector φ(s) ∈ ℝ¹⁴ (features.py:STATE_FEATURE_NAMES). Used in dead-end avoidance (§2.4) and forward-prediction grounding (§4.1).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§1 — r_env: Lagrangian Potential Reward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61681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NHR potential-based shaping (Ng, Harada &amp; Russell, ICML 1999). Single hyperparameter α (Lagrange multiplier on feasibility). Telescoping property: no terminal bonus needed. Dense, deterministic, policy-agnostic (~10 ms/step via trussme FEA).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§2 — Modification Tree Signals: Macros &amp; Dead-End Avoidance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341365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74720"/>
            <a:ext cx="11338560" cy="20544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ρ_nn = 5th-percentile of within-gold pairwise φ-distances (data constant, not a YAML param). State-conditioned regressors on gold data are NOT used at GRPO time (§2 rationale).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§3 — Online Tree-Expanded Value Estimation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132320" cy="30981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4023360" cy="20662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Default: D=1, b=5 (stratified across 5 action classes). Per-step advantage replaces GRPO's trajectory-level group-relative baseline. V^G = greedy-on-Φ continuation to horizon 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§3 — Theorem 1 (Bias) &amp; Theorem 2 (Ranking)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40504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114800"/>
            <a:ext cx="8686800" cy="20769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Key insight: benefit of depth is ranking accuracy, not absolute bias reduction. Bias shrinks slowly with depth (γ≈1); variance σG across continuations is what limits ranking. D=0 sufficient for action-class ranking (Δrank~0.2); D=1 helps within-class (Δrank~0.05–0.15).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§4 — LLM-Capability Shaping Terms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496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§4.1 forces causal CoT–action coupling (vague post-hoc reasoning cannot earn r_pred). §4.3 stagnation escape requires action-class switch, not just any improvement. §4.4 ρ_adapt not yet wired (requires batch-level view across B problems).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§6.1 — Full Reward Function &amp; Policy Gradient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23774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663440"/>
            <a:ext cx="9144000" cy="2002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Trajectory multipliers (1+λd)(1+νρ_adapt) act as global gradient scaling; per-step tree advantage A^(D,b) handles within-trajectory credit assignment.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§6.3 — Ablation Sequence → This Experiment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338560" cy="39147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All runs: qwen3_14b + LoRA r=32, ALLOW_BASE_GRPO=1 (no SFT warmstart), 50 steps, cosine LR from 5e-7. Step 3 requires warmstart_sft checkpoint (job 40929020 completed separately).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Step 1 — Baseline: r_env Only, α Sweep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20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Shaded band = ±0.3 reward_std. All three runs converge to similar final reward (~20–22). Consistent dip at step 20 across all runs — driven by LR schedule and data sampling, not α. SNR &lt; 1 at step 20 (reward variance exceeds mean); recovers by step 40.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Step 2 — +Tree Expansion D=1, b=5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2029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486400"/>
            <a:ext cx="11430000" cy="1975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Tree expansion (abl02) matches α=2 baseline in final reward — tree advantage signal is entering but not yet separating from the r_env-only baseline at 50 steps. KL nearly identical.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Step 4 — +Pattern Signals (r_macro, r_dead)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20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Pattern signals (abl04) produce no visible separation from tree baseline at 50 steps. frac_zero_std = 0.15 at steps 30–40 across all runs (same batches — driven by data sampling). Reward_std grows with training, indicating increasing rollout diversity.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Steps 5–7 — LLM-Capability Terms &amp; Full Posterior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177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Steps 5–7 reward scale is ~8–9× larger than steps 1–4 (additional reward terms accumulate). NOT directly comparable across step groups. Final SNR ~1.0–1.7 across all runs.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Diagnostic — PPO Clip Ratio (All Runs, All Steps)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686800" cy="339867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645920"/>
            <a:ext cx="3017520" cy="5495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clip_ratio/high_mean = 0.0000 at every logged step across all 8 runs (400 data points). The PPO clipping mechanism is never triggered. Policy ratio π_θ/π_θ_old stays within [1-ε, 1+ε] for all tokens. Consistent with KL~0.0013 — policy barely moves from base model. Indicates learning rate may be too small or ε too large for current setup.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Diagnostic — KL Divergence from Base Model (All Runs)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177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KL plateaus at ~0.0013–0.0015 after step 10 and does not increase further. LR decays from 4.8×10⁻⁷ to 5.6×10⁻¹⁰ (860× reduction) over 50 steps — effective training ceases around step 45. Policy at step 50 is not converged; it is stopped.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Diagnostic — Policy Loss &amp; Step Time (All Runs)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20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Negative loss is expected in GRPO (policy gradient minimises negative expected reward). Loss magnitude increases as policy learns to differentiate. Step time ~80–94 s/step consistent across all runs (~75 min for 50 steps).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Diagnostic — Fraction of Zero-Std Rollout Groups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686800" cy="357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frac_zero_std = 0.0 / 0.05 / 0.15 / 0.15 / 0.05 pattern is IDENTICAL across all 8 runs — driven by data sampling order, not reward function. 15% of groups at steps 30–40 yield zero advantage (all K rollouts received equal reward). These samples contribute nothing to the gradient.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Summary — All Runs at Step 50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5743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05840"/>
            <a:ext cx="11887200" cy="39040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Reward scale differs between steps 1–4 (r_env only) and steps 5–7 (composite). clip_ratio/high = 0.0 and KL &lt; 0.0015 across all runs indicate minimal policy movement. 50 steps = early training; LR reached ~0 before convergence.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